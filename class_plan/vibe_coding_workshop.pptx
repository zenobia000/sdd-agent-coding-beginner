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800" b="1" spc="-3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3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"你是編輯(R)，用五要格式(K)摘要：$(cat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"摘要" | gemini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GEMINI.MD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00">
                <a:solidFill>
                  <a:srgbClr val="111111"/>
                </a:solidFill>
                <a:latin typeface="Consolas"/>
              </a:rPr>
              <a:t>GEMINI.md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兩個層級（Gemini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~/.gemini/GEMINI.md   = 全域（所有專案都套用）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./GEMINI.md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gemini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gemini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gemini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安全模式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Gemini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每次它要動手，會先問你「可以嗎？」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預設模式：每步都確認  ← 初學者請用這個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B45309"/>
                </a:solidFill>
                <a:latin typeface="Consolas"/>
              </a:rPr>
              <a:t>--yolo 模式：不問直接做  ← demo 用，別在重要專案開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Gemini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Gemini CLI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F5F5F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*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GEMINI.md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*  Antigravity 與 Gemini CLI 共用 ~/.gemini/GEMINI.md 做全域設定（同一家人）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新興的「跨工具通用」格式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Cursor 與 Antigravity 都認得它，最值得學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GEMINI.md（5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把核心功能寫成一行指令     例：summarize.sh news.txt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寫腳本自動產測試資料        例：gen_data.sh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