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 桌面版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 桌面版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CLI（agy）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Antigravity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3 系列最新模型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Antigravity CLI（agy）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Gemini CLI 6/18 停服，本模組教 Google 唯一現役 CLI。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 桌面版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Antigravity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"你是編輯(R)，用 STRIKE 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"摘要" | agy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進階：互動模式（TUI）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AGENTS.MD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80">
                <a:solidFill>
                  <a:srgbClr val="111111"/>
                </a:solidFill>
                <a:latin typeface="Consolas"/>
              </a:rPr>
              <a:t>AGENTS.md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一份「公司守則」。每次開工自動讀。業界共識：Antigravity / Cursor / OpenAI Codex 都認。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1874519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兩個層級（Antigravity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822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~/.gemini/antigravity-cli/AGENTS.md   = 全域（過渡期沿用 .gemini/ 路徑）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./AGENTS.md                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20">
                <a:solidFill>
                  <a:srgbClr val="B45309"/>
                </a:solidFill>
                <a:latin typeface="Consolas"/>
              </a:rPr>
              <a:t>🔧  Debug：AI 沒讀到規則？打 /memory show 看實際載入；改完 AGENTS.md 打 /memory refresh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agy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agy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agy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THREE-LAYER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三層保險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Antigravity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42316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07208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807208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191256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75304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75304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51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三層保險（事前 → 事中 → 事後）：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100">
                <a:solidFill>
                  <a:srgbClr val="156B4A"/>
                </a:solidFill>
                <a:latin typeface="Consolas"/>
              </a:rPr>
              <a:t>事前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006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-20">
                <a:solidFill>
                  <a:srgbClr val="111111"/>
                </a:solidFill>
                <a:latin typeface="Microsoft JhengHei"/>
              </a:rPr>
              <a:t>首次啟動：逐資料夾信任授權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80060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只信你自己的工作區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100">
                <a:solidFill>
                  <a:srgbClr val="156B4A"/>
                </a:solidFill>
                <a:latin typeface="Consolas"/>
              </a:rPr>
              <a:t>事中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3035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-20">
                <a:solidFill>
                  <a:srgbClr val="111111"/>
                </a:solidFill>
                <a:latin typeface="Microsoft JhengHei"/>
              </a:rPr>
              <a:t>每次動手：先問你「可以嗎？」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530352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確認模式 = 動檔/跑指令前停下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06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100">
                <a:solidFill>
                  <a:srgbClr val="156B4A"/>
                </a:solidFill>
                <a:latin typeface="Consolas"/>
              </a:rPr>
              <a:t>事後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806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-20">
                <a:solidFill>
                  <a:srgbClr val="111111"/>
                </a:solidFill>
                <a:latin typeface="Microsoft JhengHei"/>
              </a:rPr>
              <a:t>改錯了：打 /restore 選快照回滾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80644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比 git reset 安全（不動 git 歷史）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118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348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4406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20">
                <a:solidFill>
                  <a:srgbClr val="111111"/>
                </a:solidFill>
                <a:latin typeface="Microsoft JhengHei"/>
              </a:rPr>
              <a:t>你學的不是 Antigravity CLI，是通用技能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828800"/>
                <a:gridCol w="1691640"/>
                <a:gridCol w="1691640"/>
                <a:gridCol w="1828800"/>
              </a:tblGrid>
              <a:tr h="493776">
                <a:tc>
                  <a:txBody>
                    <a:bodyPr/>
                    <a:lstStyle/>
                    <a:p>
                      <a:pPr algn="ctr"/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AI Studio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 桌面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 CLI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Claude Code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Cursor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專案記憶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 ⭐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.cursor/rules/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@ 檔案引用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STRIKE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MCP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⭐  Antigravity CLI 用 AGENTS.md 取代舊版 GEMINI.md（agy plugin import gemini 一鍵搬）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49834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業界共識的「跨工具通用」格式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Antigravity / Cursor / OpenAI Codex 都認，最值得學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AGENTS.md（5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把核心功能寫成一行 agy 指令     例：agy "summarize @news.txt &gt; out.md"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寫腳本自動產測試資料           例：agy --headless "產 10 筆假資料 JSON"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寫一個「每天跑一次」的小工具（先手動跑；可後續用 Scheduled Tasks 排程）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 桌面版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Antigravity CLI（agy）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 桌面版（多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Antigravity CLI（agy）= AI Studio 的無介面版 + 桌面版的腳本版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AGENTS.md 是業界共識，換工具不換腦袋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Antigravity CLI（agy）做一件以前手動的事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800" b="1" spc="-20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agy "摘要" | agy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API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agy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agy "今晚煮什麼 @fridge.txt"（可用 Scheduled Tasks 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