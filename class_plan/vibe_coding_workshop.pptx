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Antigravity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3 系列最新模型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Gemini CLI 6/18 停服，本模組教 Google 唯一現役 CLI。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 桌面版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Antigravity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"你是編輯(R)，用 STRIKE 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"摘要" | agy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進階：互動模式（TUI）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AGENTS.MD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80">
                <a:solidFill>
                  <a:srgbClr val="111111"/>
                </a:solidFill>
                <a:latin typeface="Consolas"/>
              </a:rPr>
              <a:t>AGENTS.md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一份「公司守則」。每次開工自動讀。業界共識：Antigravity / Cursor / OpenAI Codex 都認。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20116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兩個層級（Antigravity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6636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~/.gemini/antigravity-cli/AGENTS.md   = 全域（過渡期沿用 .gemini/ 路徑）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./AGENTS.md                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agy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agy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agy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安全模式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Antigravity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1089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5661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每次它要動手，會先問你「可以嗎？」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首次啟動：逐資料夾信任授權  ← 只信你自己的工作區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7607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56B4A"/>
                </a:solidFill>
                <a:latin typeface="Microsoft JhengHei"/>
              </a:rPr>
              <a:t>每次動手：先問你「可以嗎？」  ← 確認模式 = 你的保護傘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Antigravity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桌面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CLI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⭐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⭐  Antigravity CLI 用 AGENTS.md 取代舊版 GEMINI.md（agy plugin import gemini 一鍵搬）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業界共識的「跨工具通用」格式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Antigravity / Cursor / OpenAI Codex 都認，最值得學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AGENTS.md（5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把核心功能寫成一行 agy 指令     例：agy "summarize @news.txt &gt; out.md"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寫腳本自動產測試資料           例：agy --headless "產 10 筆假資料 JSON"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寫一個「每天跑一次」的小工具（先手動跑；可後續用 Scheduled Tasks 排程）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 桌面版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Antigravity CLI（agy）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 桌面版（多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Antigravity CLI（agy）= AI Studio 的無介面版 + 桌面版的腳本版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AGENTS.md 是業界共識，換工具不換腦袋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Antigravity CLI（agy）做一件以前手動的事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800" b="1" spc="-20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agy "摘要" | agy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API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agy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agy "今晚煮什麼 @fridge.txt"（可用 Scheduled Tasks 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